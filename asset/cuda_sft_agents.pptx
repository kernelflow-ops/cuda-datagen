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目标：为算子题生成「可编译、数值正确、推理干净」的 SFT 样本。</a:t>
            </a:r>
          </a:p>
          <a:p>
            <a:r>
              <a:rPr lang="zh-CN" dirty="0"/>
              <a:t>• 七个角色围绕 GPU 协作：Difficulty、Generator、Repairer、Refval、Critic、Selector、CoT Agent。</a:t>
            </a:r>
          </a:p>
          <a:p>
            <a:r>
              <a:rPr lang="zh-CN" dirty="0"/>
              <a:t>• 输出直接对接 ms-swift 与 OpenRLHF。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classify_row 按 TASK_MODE 分 kernel / knowledge；kernel 按方言展开，knowledge 一题一个 Job。</a:t>
            </a:r>
          </a:p>
          <a:p>
            <a:r>
              <a:rPr lang="zh-CN" dirty="0"/>
              <a:t>• run_supervised 为每个 provider / key 建槽位，每槽最多 MAX_INFLIGHT_JOBS 个子进程。</a:t>
            </a:r>
          </a:p>
          <a:p>
            <a:r>
              <a:rPr lang="zh-CN" dirty="0"/>
              <a:t>• 子进程不写样本；终态经 Pipe 回父进程，由 _commit 复核 strict 与 live_api 来源后写入。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主路径：prepare → generate → extract → compile → validate → judge → critic → collect_candidate。</a:t>
            </a:r>
          </a:p>
          <a:p>
            <a:r>
              <a:rPr lang="zh-CN" dirty="0"/>
              <a:t>• 编译失败 / 数值不符 / critic must_fix 分别走 repair.compile / numeric / semantic。</a:t>
            </a:r>
          </a:p>
          <a:p>
            <a:r>
              <a:rPr lang="zh-CN" dirty="0"/>
              <a:t>• ORACLE、INFRA 故障走 retry_oracle 退避重试，不消耗修复预算。</a:t>
            </a:r>
          </a:p>
          <a:p>
            <a:r>
              <a:rPr lang="zh-CN" dirty="0"/>
              <a:t>• 所有候选结束后 merge_into_pool → select_best → CoT，由父进程提交。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simple / medium / hard → 2 / 3 / 4 个候选、1 / 2 / 3 次修复；simple 跳过 critic。</a:t>
            </a:r>
          </a:p>
          <a:p>
            <a:r>
              <a:rPr lang="zh-CN" dirty="0"/>
              <a:t>• 策略值与 MAX_CANDIDATES / MAX_REPAIRS 取最小，配置只降不升。</a:t>
            </a:r>
          </a:p>
          <a:p>
            <a:r>
              <a:rPr lang="zh-CN" dirty="0"/>
              <a:t>• 四种方言实现同一个 DialectSpec 协议；缺工具链的方言在 resolve 时被跳过。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prompt 变体由确定性哈希选择，断点续跑可复现；温度随候选 0.2 → 0.5 → 0.8。</a:t>
            </a:r>
          </a:p>
          <a:p>
            <a:r>
              <a:rPr lang="zh-CN" dirty="0"/>
              <a:t>• 每个角色可单独配置 provider / 模型 / 端点 / 思考档位，统一受 LLM_CONCURRENCY 限流。</a:t>
            </a:r>
          </a:p>
          <a:p>
            <a:r>
              <a:rPr lang="zh-CN" dirty="0"/>
              <a:t>• 修复轮消息始终回灌原题全文，附 error_class、hint、历史摘要与上一版源码。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Oracle 优先级：题目自带 → 缓存 → LLM 抽取（优先用异步预取）→ 自检重抽 → 启发式兜底。</a:t>
            </a:r>
          </a:p>
          <a:p>
            <a:r>
              <a:rPr lang="zh-CN" dirty="0"/>
              <a:t>• 参考实现先做安全检查并在隔离子进程试跑；用例由 seed_for(qid, dialect) 确定。</a:t>
            </a:r>
          </a:p>
          <a:p>
            <a:r>
              <a:rPr lang="zh-CN" dirty="0"/>
              <a:t>• 默认 REFVAL_STRICT=true：没有数值 pass 的样本不会进入训练文件。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Heuristic Judge 只提供信号，不改写源码；refval 通过加 1 分。</a:t>
            </a:r>
          </a:p>
          <a:p>
            <a:r>
              <a:rPr lang="zh-CN" dirty="0"/>
              <a:t>• adaptive 模式：分 &lt; 8 或有 issues 才调 critic；refval 失败时强制评审。</a:t>
            </a:r>
          </a:p>
          <a:p>
            <a:r>
              <a:rPr lang="zh-CN" dirty="0"/>
              <a:t>• rank_key：refval pass → 用例数 → critic 状态 → 修复少 → 性能 → judge 分 → 序号。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0 次修复的胜者润色首轮 thinking；修复过的默认由题面 + 终稿代码重建。</a:t>
            </a:r>
          </a:p>
          <a:p>
            <a:r>
              <a:rPr lang="zh-CN" dirty="0"/>
              <a:t>• 结构检查 + 一致性检查（修复泄漏、常量不符）失败时带问题清单重试。</a:t>
            </a:r>
          </a:p>
          <a:p>
            <a:r>
              <a:rPr lang="zh-CN" dirty="0"/>
              <a:t>• 共用 COT_MAX_CALLS=3 次预算；兜底链 raw → synthetic → empty。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不进方言体系、不跑 nvcc；候选顺序尝试，首个合格即停。</a:t>
            </a:r>
          </a:p>
          <a:p>
            <a:r>
              <a:rPr lang="zh-CN" dirty="0"/>
              <a:t>• 硬门闩：篇幅、结构、公式、推导步骤、事实卡（warp=32、block ≤ 1024）。</a:t>
            </a:r>
          </a:p>
          <a:p>
            <a:r>
              <a:rPr lang="zh-CN" dirty="0"/>
              <a:t>• capped 模式下 overall ≤ min(factual, completeness)，must_fix 一票否决。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子进程 spawn + setsid，快速模式超时整组 kill。</a:t>
            </a:r>
          </a:p>
          <a:p>
            <a:r>
              <a:rPr lang="zh-CN" dirty="0"/>
              <a:t>• fcntl 文件锁：LLM_CONCURRENCY（每 key）、COMPILE_CONCURRENCY、GPU 锁；进程被杀时自动释放。</a:t>
            </a:r>
          </a:p>
          <a:p>
            <a:r>
              <a:rPr lang="zh-CN" dirty="0"/>
              <a:t>• trace 事件 + metrics_report / check_dataset 做离线分析与数据集审计。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aa24aa-work-cuda-datagen/fcd948b5-3b71-41f3-a4b9-f88eedd45fc6/scratchpad/draw/h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32688"/>
            <a:ext cx="7038619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1F2328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CUDA 算子 SFT 数据生成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621792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C636A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多 Agent 流水线 · 编译 + GPU 数值双门闩 · 候选池择优 · 教学 CoT</a:t>
            </a:r>
            <a:endParaRPr lang="en-US" sz="2000" dirty="0"/>
          </a:p>
        </p:txBody>
      </p:sp>
      <p:pic>
        <p:nvPicPr>
          <p:cNvPr id="5" name="Image 1" descr="/tmp/claude-1000/-home-aa24aa-work-cuda-datagen/fcd948b5-3b71-41f3-a4b9-f88eedd45fc6/scratchpad/draw/slide_q/00_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8" y="2148840"/>
            <a:ext cx="11247120" cy="421767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1792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DB5BD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cuda-datagen · LangGraph · CUDA / CUTLASS 4.x + CuTe / Triton / TileLang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aa24aa-work-cuda-datagen/fcd948b5-3b71-41f3-a4b9-f88eedd45fc6/scratchpad/draw/h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566928"/>
            <a:ext cx="170688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2328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系统总览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93776" y="8686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36A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jsonl → 分类展开 Job → 监督式调度 → 子进程只计算 → 父进程单点落盘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33272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ADB5BD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02 / 10</a:t>
            </a:r>
            <a:endParaRPr lang="en-US" sz="1300" dirty="0"/>
          </a:p>
        </p:txBody>
      </p:sp>
      <p:pic>
        <p:nvPicPr>
          <p:cNvPr id="6" name="Image 1" descr="/tmp/claude-1000/-home-aa24aa-work-cuda-datagen/fcd948b5-3b71-41f3-a4b9-f88eedd45fc6/scratchpad/draw/slide_q/01_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8" y="1298448"/>
            <a:ext cx="11247120" cy="5497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aa24aa-work-cuda-datagen/fcd948b5-3b71-41f3-a4b9-f88eedd45fc6/scratchpad/draw/h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566928"/>
            <a:ext cx="3363087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2328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Kernel 候选状态机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93776" y="8686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36A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每个候选一张子图并行跑；失败按 KERNEL / ORACLE / INFRA 分流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33272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ADB5BD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03 / 10</a:t>
            </a:r>
            <a:endParaRPr lang="en-US" sz="1300" dirty="0"/>
          </a:p>
        </p:txBody>
      </p:sp>
      <p:pic>
        <p:nvPicPr>
          <p:cNvPr id="6" name="Image 1" descr="/tmp/claude-1000/-home-aa24aa-work-cuda-datagen/fcd948b5-3b71-41f3-a4b9-f88eedd45fc6/scratchpad/draw/slide_q/02_kernel_grap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8" y="1298448"/>
            <a:ext cx="11247120" cy="54970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aa24aa-work-cuda-datagen/fcd948b5-3b71-41f3-a4b9-f88eedd45fc6/scratchpad/draw/h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566928"/>
            <a:ext cx="4149471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2328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难度规划 + 方言 Agent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93776" y="8686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36A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纯规则、不调 LLM：决定预算、提示词、编译器与数值验证配方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33272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ADB5BD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04 / 10</a:t>
            </a:r>
            <a:endParaRPr lang="en-US" sz="1300" dirty="0"/>
          </a:p>
        </p:txBody>
      </p:sp>
      <p:pic>
        <p:nvPicPr>
          <p:cNvPr id="6" name="Image 1" descr="/tmp/claude-1000/-home-aa24aa-work-cuda-datagen/fcd948b5-3b71-41f3-a4b9-f88eedd45fc6/scratchpad/draw/slide_q/03_difficulty_dial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8" y="1298448"/>
            <a:ext cx="11247120" cy="54970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aa24aa-work-cuda-datagen/fcd948b5-3b71-41f3-a4b9-f88eedd45fc6/scratchpad/draw/h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566928"/>
            <a:ext cx="4173474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2328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Generator ⇄ Repairer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93776" y="8686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36A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同一个 generate 节点，按失败类型切换四种 LLM 角色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33272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ADB5BD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05 / 10</a:t>
            </a:r>
            <a:endParaRPr lang="en-US" sz="1300" dirty="0"/>
          </a:p>
        </p:txBody>
      </p:sp>
      <p:pic>
        <p:nvPicPr>
          <p:cNvPr id="6" name="Image 1" descr="/tmp/claude-1000/-home-aa24aa-work-cuda-datagen/fcd948b5-3b71-41f3-a4b9-f88eedd45fc6/scratchpad/draw/slide_q/04_generator_repair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8" y="1298448"/>
            <a:ext cx="11247120" cy="54970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aa24aa-work-cuda-datagen/fcd948b5-3b71-41f3-a4b9-f88eedd45fc6/scratchpad/draw/h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566928"/>
            <a:ext cx="4593336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2328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Refval：编译通过 ≠ 算对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93776" y="8686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36A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ABI + CPU 参考实现 + 对抗用例，在真实 GPU 上逐用例比对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33272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ADB5BD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06 / 10</a:t>
            </a:r>
            <a:endParaRPr lang="en-US" sz="1300" dirty="0"/>
          </a:p>
        </p:txBody>
      </p:sp>
      <p:pic>
        <p:nvPicPr>
          <p:cNvPr id="6" name="Image 1" descr="/tmp/claude-1000/-home-aa24aa-work-cuda-datagen/fcd948b5-3b71-41f3-a4b9-f88eedd45fc6/scratchpad/draw/slide_q/05_refv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8" y="1298448"/>
            <a:ext cx="11247120" cy="54970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aa24aa-work-cuda-datagen/fcd948b5-3b71-41f3-a4b9-f88eedd45fc6/scratchpad/draw/h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566928"/>
            <a:ext cx="208788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2328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评审与择优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93776" y="8686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36A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Critic 只在需要时出手；候选池按「硬门闩 + 字典序」选胜者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33272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ADB5BD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07 / 10</a:t>
            </a:r>
            <a:endParaRPr lang="en-US" sz="1300" dirty="0"/>
          </a:p>
        </p:txBody>
      </p:sp>
      <p:pic>
        <p:nvPicPr>
          <p:cNvPr id="6" name="Image 1" descr="/tmp/claude-1000/-home-aa24aa-work-cuda-datagen/fcd948b5-3b71-41f3-a4b9-f88eedd45fc6/scratchpad/draw/slide_q/06_judge_sele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8" y="1298448"/>
            <a:ext cx="11247120" cy="54970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aa24aa-work-cuda-datagen/fcd948b5-3b71-41f3-a4b9-f88eedd45fc6/scratchpad/draw/h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566928"/>
            <a:ext cx="2069973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2328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CoT Agent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93776" y="8686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36A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只整理胜者的推理；修复叙述不进训练数据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33272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ADB5BD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08 / 10</a:t>
            </a:r>
            <a:endParaRPr lang="en-US" sz="1300" dirty="0"/>
          </a:p>
        </p:txBody>
      </p:sp>
      <p:pic>
        <p:nvPicPr>
          <p:cNvPr id="6" name="Image 1" descr="/tmp/claude-1000/-home-aa24aa-work-cuda-datagen/fcd948b5-3b71-41f3-a4b9-f88eedd45fc6/scratchpad/draw/slide_q/07_cot_ag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8" y="1298448"/>
            <a:ext cx="11247120" cy="54970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aa24aa-work-cuda-datagen/fcd948b5-3b71-41f3-a4b9-f88eedd45fc6/scratchpad/draw/h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566928"/>
            <a:ext cx="246888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2328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知识题流水线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93776" y="8686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36A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确定性硬门闩 + 6 维 rubric judge；坏 JSON 不当及格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33272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ADB5BD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09 / 10</a:t>
            </a:r>
            <a:endParaRPr lang="en-US" sz="1300" dirty="0"/>
          </a:p>
        </p:txBody>
      </p:sp>
      <p:pic>
        <p:nvPicPr>
          <p:cNvPr id="6" name="Image 1" descr="/tmp/claude-1000/-home-aa24aa-work-cuda-datagen/fcd948b5-3b71-41f3-a4b9-f88eedd45fc6/scratchpad/draw/slide_q/08_knowle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8" y="1298448"/>
            <a:ext cx="11247120" cy="54970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aa24aa-work-cuda-datagen/fcd948b5-3b71-41f3-a4b9-f88eedd45fc6/scratchpad/draw/h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566928"/>
            <a:ext cx="323088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2328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运行时与可观测性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93776" y="8686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36A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子进程可 kill，父进程唯一写者，文件锁跨进程限流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33272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ADB5BD"/>
                </a:solidFill>
                <a:latin typeface="LXGW WenKai" pitchFamily="34" charset="0"/>
                <a:ea typeface="LXGW WenKai" pitchFamily="34" charset="-122"/>
                <a:cs typeface="LXGW WenKai" pitchFamily="34" charset="-120"/>
              </a:rPr>
              <a:t>10 / 10</a:t>
            </a:r>
            <a:endParaRPr lang="en-US" sz="1300" dirty="0"/>
          </a:p>
        </p:txBody>
      </p:sp>
      <p:pic>
        <p:nvPicPr>
          <p:cNvPr id="6" name="Image 1" descr="/tmp/claude-1000/-home-aa24aa-work-cuda-datagen/fcd948b5-3b71-41f3-a4b9-f88eedd45fc6/scratchpad/draw/slide_q/09_runt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8" y="1298448"/>
            <a:ext cx="11247120" cy="54970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CUDA 算子 SFT 数据生成 · 多 Agent 架构</dc:title>
  <dc:subject>PptxGenJS Presentation</dc:subject>
  <dc:creator>cuda-datagen</dc:creator>
  <cp:lastModifiedBy>cuda-datagen</cp:lastModifiedBy>
  <cp:revision>1</cp:revision>
  <dcterms:created xsi:type="dcterms:W3CDTF">2026-09-29T15:32:32Z</dcterms:created>
  <dcterms:modified xsi:type="dcterms:W3CDTF">2026-09-29T15:32:32Z</dcterms:modified>
</cp:coreProperties>
</file>